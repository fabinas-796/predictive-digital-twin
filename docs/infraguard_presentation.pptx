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66160" y="274320"/>
            <a:ext cx="2011680" cy="2011680"/>
          </a:xfrm>
          <a:prstGeom prst="ellipse">
            <a:avLst/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0480" y="502920"/>
            <a:ext cx="1463040" cy="1463040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0" y="5486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🛡</a:t>
            </a:r>
            <a:endParaRPr lang="en-US" sz="5400" dirty="0"/>
          </a:p>
        </p:txBody>
      </p:sp>
      <p:sp>
        <p:nvSpPr>
          <p:cNvPr id="26" name="Text 24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spc="300" kern="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InfraGuard AI</a:t>
            </a:r>
            <a:endParaRPr lang="en-US" sz="4400" dirty="0"/>
          </a:p>
        </p:txBody>
      </p:sp>
      <p:sp>
        <p:nvSpPr>
          <p:cNvPr id="27" name="Text 25"/>
          <p:cNvSpPr/>
          <p:nvPr/>
        </p:nvSpPr>
        <p:spPr>
          <a:xfrm>
            <a:off x="731520" y="2743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Digital Twin Platform for IT Infrastructure Failure Prediction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2286000" y="3291840"/>
            <a:ext cx="4572000" cy="0"/>
          </a:xfrm>
          <a:prstGeom prst="line">
            <a:avLst/>
          </a:prstGeom>
          <a:noFill/>
          <a:ln w="12700">
            <a:solidFill>
              <a:srgbClr val="00D4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FABINAS NAZAR</a:t>
            </a:r>
            <a:pPr algn="ctr"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MCA Final Year  |  AI/ML Specialization  |  </a:t>
            </a:r>
            <a:pPr algn="ctr" indent="0" marL="0">
              <a:buNone/>
            </a:pPr>
            <a:r>
              <a:rPr lang="en-US" sz="1100" b="1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 UNIVERSITY KOCHI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March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Agenda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365760" y="868680"/>
            <a:ext cx="4023360" cy="114300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868680"/>
            <a:ext cx="54864" cy="11430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9418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48640" y="12801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8640" y="16184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traditional monitoring fails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2194560"/>
            <a:ext cx="4023360" cy="114300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2194560"/>
            <a:ext cx="54864" cy="114300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22677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48640" y="26060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48640" y="29443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Six-tier platform design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3520440"/>
            <a:ext cx="4023360" cy="114300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65760" y="3520440"/>
            <a:ext cx="54864" cy="114300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35935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48640" y="39319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Models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548640" y="42702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complementary models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54880" y="868680"/>
            <a:ext cx="4023360" cy="114300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868680"/>
            <a:ext cx="54864" cy="114300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9418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937760" y="12801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Demo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4937760" y="16184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7-page live web interface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754880" y="2194560"/>
            <a:ext cx="4023360" cy="114300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54880" y="2194560"/>
            <a:ext cx="54864" cy="114300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92040" y="22677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4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4937760" y="26060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Testing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4937760" y="29443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 + test cases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754880" y="3520440"/>
            <a:ext cx="4023360" cy="114300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754880" y="3520440"/>
            <a:ext cx="54864" cy="11430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92040" y="35935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4937760" y="39319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4937760" y="42702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achievements + future work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0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182880"/>
            <a:ext cx="1280160" cy="201168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1828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208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6576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Traditional Monitoring Fails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365760" y="1051560"/>
            <a:ext cx="5120640" cy="804672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02920" y="11430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051560" y="110642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Alerting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51560" y="14173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fire AFTER failure — too late to prevent downtime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2011680"/>
            <a:ext cx="5120640" cy="804672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02920" y="21031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051560" y="206654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Metric Analysis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51560" y="23774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metric evaluated in isolation, missing combined patterns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2971800"/>
            <a:ext cx="5120640" cy="804672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02920" y="30632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⏰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1051560" y="302666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Forecasting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51560" y="33375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ability to predict future metric values or trends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5760" y="3931920"/>
            <a:ext cx="5120640" cy="804672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02920" y="40233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1051560" y="398678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Fatigue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051560" y="42976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alerts overwhelm operations teams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669280" y="1051560"/>
            <a:ext cx="3108960" cy="182880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669280" y="11887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$5,600</a:t>
            </a:r>
            <a:endParaRPr lang="en-US" sz="5200" dirty="0"/>
          </a:p>
        </p:txBody>
      </p:sp>
      <p:sp>
        <p:nvSpPr>
          <p:cNvPr id="44" name="Text 42"/>
          <p:cNvSpPr/>
          <p:nvPr/>
        </p:nvSpPr>
        <p:spPr>
          <a:xfrm>
            <a:off x="5669280" y="20116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cost per minute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unplanned downtime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669280" y="3063240"/>
            <a:ext cx="3108960" cy="164592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669280" y="31546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InfraGuard AI Solution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806440" y="35661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Predict failures BEFORE they occur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806440" y="382219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4 AI models detect all failure types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806440" y="407822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30-minute ahead forecasting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806440" y="433425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Smart deduplication = no spam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0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182880"/>
            <a:ext cx="1280160" cy="2011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1828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208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6576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Six-Tier System Architecture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365760" y="1005840"/>
            <a:ext cx="4023360" cy="114300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" y="1298448"/>
            <a:ext cx="502920" cy="502920"/>
          </a:xfrm>
          <a:prstGeom prst="ellipse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1298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08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97280" y="10972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97280" y="14630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psutil + 8 simulators → 9 servers × 8 metrics every 3s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2331720"/>
            <a:ext cx="4023360" cy="114300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" y="2624328"/>
            <a:ext cx="502920" cy="502920"/>
          </a:xfrm>
          <a:prstGeom prst="ellipse">
            <a:avLst/>
          </a:prstGeom>
          <a:solidFill>
            <a:srgbClr val="00FF88">
              <a:alpha val="80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" y="2624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08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97280" y="24231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Engine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97280" y="27889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+ Random Forest + LSTM + Autoencoder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3657600"/>
            <a:ext cx="4023360" cy="114300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" y="3950208"/>
            <a:ext cx="502920" cy="502920"/>
          </a:xfrm>
          <a:prstGeom prst="ellipse">
            <a:avLst/>
          </a:prstGeom>
          <a:solidFill>
            <a:srgbClr val="FFD700">
              <a:alpha val="80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" y="3950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08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T3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97280" y="37490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Engine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097280" y="41148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severity levels · deduplication · auto-resolve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54880" y="1005840"/>
            <a:ext cx="4023360" cy="114300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64608" y="1298448"/>
            <a:ext cx="502920" cy="502920"/>
          </a:xfrm>
          <a:prstGeom prst="ellipse">
            <a:avLst/>
          </a:prstGeom>
          <a:solidFill>
            <a:srgbClr val="FF8C00">
              <a:alpha val="80000"/>
            </a:srgbClr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64608" y="1298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08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T4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486400" y="10972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Access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486400" y="14630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Engineer / Viewer · Flask sessions · SHA-256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54880" y="2331720"/>
            <a:ext cx="4023360" cy="114300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864608" y="2624328"/>
            <a:ext cx="502920" cy="502920"/>
          </a:xfrm>
          <a:prstGeom prst="ellipse">
            <a:avLst/>
          </a:prstGeom>
          <a:solidFill>
            <a:srgbClr val="FF4757">
              <a:alpha val="80000"/>
            </a:srgbClr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64608" y="2624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08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T5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486400" y="24231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5486400" y="27889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7-page live UI · Chart.js · Canvas API · 3s refresh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754880" y="3657600"/>
            <a:ext cx="4023360" cy="114300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864608" y="3950208"/>
            <a:ext cx="502920" cy="502920"/>
          </a:xfrm>
          <a:prstGeom prst="ellipse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64608" y="3950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08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T6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486400" y="37490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5486400" y="41148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 PDF · CSV export · JSON snapshot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0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182880"/>
            <a:ext cx="1280160" cy="201168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1828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208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MODELS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6576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Complementary ML Models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228600" y="1005840"/>
            <a:ext cx="2057400" cy="384048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28600" y="1005840"/>
            <a:ext cx="54864" cy="38404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109728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🌲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320040" y="178308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0040" y="219456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UNSUPERVISED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31520" y="2487168"/>
            <a:ext cx="914400" cy="292608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248716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Weight: 25%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5760" y="2880360"/>
            <a:ext cx="17830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sudden spikes by isolating anomalous readings from normal clusters using random partitioning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404872" y="1005840"/>
            <a:ext cx="2057400" cy="384048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404872" y="1005840"/>
            <a:ext cx="54864" cy="384048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96312" y="109728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🌳</a:t>
            </a:r>
            <a:endParaRPr lang="en-US" sz="3200" dirty="0"/>
          </a:p>
        </p:txBody>
      </p:sp>
      <p:sp>
        <p:nvSpPr>
          <p:cNvPr id="37" name="Text 35"/>
          <p:cNvSpPr/>
          <p:nvPr/>
        </p:nvSpPr>
        <p:spPr>
          <a:xfrm>
            <a:off x="2496312" y="178308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496312" y="219456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ENSEMBLE CLASSIFIER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907792" y="2487168"/>
            <a:ext cx="914400" cy="292608"/>
          </a:xfrm>
          <a:prstGeom prst="rect">
            <a:avLst/>
          </a:prstGeom>
          <a:solidFill>
            <a:srgbClr val="00FF88">
              <a:alpha val="80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07792" y="248716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Weight: 35%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542032" y="2880360"/>
            <a:ext cx="17830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decision trees predict failure probability with feature importance explaining WHY a server is at risk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581144" y="1005840"/>
            <a:ext cx="2057400" cy="384048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581144" y="1005840"/>
            <a:ext cx="54864" cy="384048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72584" y="109728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🧠</a:t>
            </a:r>
            <a:endParaRPr lang="en-US" sz="3200" dirty="0"/>
          </a:p>
        </p:txBody>
      </p:sp>
      <p:sp>
        <p:nvSpPr>
          <p:cNvPr id="45" name="Text 43"/>
          <p:cNvSpPr/>
          <p:nvPr/>
        </p:nvSpPr>
        <p:spPr>
          <a:xfrm>
            <a:off x="4672584" y="178308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Network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672584" y="219456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 LEARNING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084064" y="2487168"/>
            <a:ext cx="914400" cy="292608"/>
          </a:xfrm>
          <a:prstGeom prst="rect">
            <a:avLst/>
          </a:prstGeom>
          <a:solidFill>
            <a:srgbClr val="FFD700">
              <a:alpha val="80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84064" y="248716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Weight: 20%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718304" y="2880360"/>
            <a:ext cx="17830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next 30 minutes of CPU/RAM metrics using sequence memory to estimate exact time to failure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757416" y="1005840"/>
            <a:ext cx="2057400" cy="384048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757416" y="1005840"/>
            <a:ext cx="54864" cy="384048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48856" y="109728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🔮</a:t>
            </a:r>
            <a:endParaRPr lang="en-US" sz="3200" dirty="0"/>
          </a:p>
        </p:txBody>
      </p:sp>
      <p:sp>
        <p:nvSpPr>
          <p:cNvPr id="53" name="Text 51"/>
          <p:cNvSpPr/>
          <p:nvPr/>
        </p:nvSpPr>
        <p:spPr>
          <a:xfrm>
            <a:off x="6848856" y="178308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848856" y="219456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NEURAL NETWORK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7260336" y="2487168"/>
            <a:ext cx="914400" cy="292608"/>
          </a:xfrm>
          <a:prstGeom prst="rect">
            <a:avLst/>
          </a:prstGeom>
          <a:solidFill>
            <a:srgbClr val="FF8C00">
              <a:alpha val="80000"/>
            </a:srgbClr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260336" y="248716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Weight: 20%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894576" y="2880360"/>
            <a:ext cx="17830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normal patterns, flags subtle long-term deviations invisible to threshold-based models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228600" y="4754880"/>
            <a:ext cx="8686800" cy="201168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28600" y="475488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COMBINED WEIGHTED RISK SCORE  →  LOW (0-25%)  /  MEDIUM (25-50%)  /  HIGH (50-75%)  /  CRITICAL (75-100%)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0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182880"/>
            <a:ext cx="1280160" cy="201168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1828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208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6576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7-Page Live Web Dashboard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320040" y="1005840"/>
            <a:ext cx="4206240" cy="841248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11480" y="1170432"/>
            <a:ext cx="502920" cy="502920"/>
          </a:xfrm>
          <a:prstGeom prst="ellipse">
            <a:avLst/>
          </a:prstGeom>
          <a:solidFill>
            <a:srgbClr val="00D4FF">
              <a:alpha val="7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11704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33272" y="10972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33272" y="14173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dark UI · 3 roles · Quick fill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2011680"/>
            <a:ext cx="4206240" cy="841248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11480" y="2176272"/>
            <a:ext cx="502920" cy="502920"/>
          </a:xfrm>
          <a:prstGeom prst="ellipse">
            <a:avLst/>
          </a:prstGeom>
          <a:solidFill>
            <a:srgbClr val="00FF88">
              <a:alpha val="75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21762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033272" y="21031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33272" y="24231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server cards · Health score · Live alerts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" y="3017520"/>
            <a:ext cx="4206240" cy="841248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11480" y="3182112"/>
            <a:ext cx="502920" cy="502920"/>
          </a:xfrm>
          <a:prstGeom prst="ellipse">
            <a:avLst/>
          </a:prstGeom>
          <a:solidFill>
            <a:srgbClr val="FFD700">
              <a:alpha val="75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3182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033272" y="31089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033272" y="34290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animation · Network topology · 60fps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0040" y="4023360"/>
            <a:ext cx="4206240" cy="841248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11480" y="4187952"/>
            <a:ext cx="502920" cy="502920"/>
          </a:xfrm>
          <a:prstGeom prst="ellipse">
            <a:avLst/>
          </a:prstGeom>
          <a:solidFill>
            <a:srgbClr val="FF8C00">
              <a:alpha val="75000"/>
            </a:srgbClr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4187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🖥️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033272" y="41148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Drilldown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033272" y="44348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live charts · AI predictions · Feature importance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92040" y="1005840"/>
            <a:ext cx="4206240" cy="841248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983480" y="1170432"/>
            <a:ext cx="502920" cy="502920"/>
          </a:xfrm>
          <a:prstGeom prst="ellipse">
            <a:avLst/>
          </a:prstGeom>
          <a:solidFill>
            <a:srgbClr val="FF4757">
              <a:alpha val="75000"/>
            </a:srgbClr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83480" y="11704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5605272" y="10972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5605272" y="14173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model scores · Radar chart · Comparison table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892040" y="2011680"/>
            <a:ext cx="4206240" cy="841248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983480" y="2176272"/>
            <a:ext cx="502920" cy="502920"/>
          </a:xfrm>
          <a:prstGeom prst="ellipse">
            <a:avLst/>
          </a:prstGeom>
          <a:solidFill>
            <a:srgbClr val="00D4FF">
              <a:alpha val="7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83480" y="21762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🔔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5605272" y="21031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Center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5605272" y="24231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ACK/Resolve · Simulate failure · Auto-resolve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892040" y="3017520"/>
            <a:ext cx="4206240" cy="841248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4983480" y="3182112"/>
            <a:ext cx="502920" cy="502920"/>
          </a:xfrm>
          <a:prstGeom prst="ellipse">
            <a:avLst/>
          </a:prstGeom>
          <a:solidFill>
            <a:srgbClr val="00FF88">
              <a:alpha val="75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83480" y="3182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5605272" y="31089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5605272" y="34290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download · CSV export · JSON snapshot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20040" y="4617720"/>
            <a:ext cx="8503920" cy="32004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320040" y="461772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Page 7: Reports  —  PDF download · CSV export · JSON snapshot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0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182880"/>
            <a:ext cx="1280160" cy="20116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1828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208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TECHNOLOGY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6576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320040" y="1005840"/>
            <a:ext cx="1920240" cy="160020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41832" y="1143000"/>
            <a:ext cx="685800" cy="685800"/>
          </a:xfrm>
          <a:prstGeom prst="ellipse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1832" y="11430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🐍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365760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Flask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65760" y="2240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API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441448" y="1005840"/>
            <a:ext cx="1920240" cy="160020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063240" y="1143000"/>
            <a:ext cx="685800" cy="685800"/>
          </a:xfrm>
          <a:prstGeom prst="ellipse">
            <a:avLst/>
          </a:prstGeom>
          <a:solidFill>
            <a:srgbClr val="00FF88">
              <a:alpha val="70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63240" y="11430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🗄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2487168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487168" y="2240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62856" y="1005840"/>
            <a:ext cx="1920240" cy="160020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184648" y="1143000"/>
            <a:ext cx="685800" cy="685800"/>
          </a:xfrm>
          <a:prstGeom prst="ellipse">
            <a:avLst/>
          </a:prstGeom>
          <a:solidFill>
            <a:srgbClr val="FFD700">
              <a:alpha val="70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84648" y="11430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🌲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4608576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608576" y="2240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+ RF Models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684264" y="1005840"/>
            <a:ext cx="1920240" cy="160020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306056" y="1143000"/>
            <a:ext cx="685800" cy="685800"/>
          </a:xfrm>
          <a:prstGeom prst="ellipse">
            <a:avLst/>
          </a:prstGeom>
          <a:solidFill>
            <a:srgbClr val="FF8C00">
              <a:alpha val="70000"/>
            </a:srgbClr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06056" y="11430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6729984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729984" y="2240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+ Autoencoder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20040" y="2926080"/>
            <a:ext cx="1920240" cy="160020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941832" y="3063240"/>
            <a:ext cx="685800" cy="685800"/>
          </a:xfrm>
          <a:prstGeom prst="ellipse">
            <a:avLst/>
          </a:prstGeom>
          <a:solidFill>
            <a:srgbClr val="FF4757">
              <a:alpha val="70000"/>
            </a:srgbClr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41832" y="30632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💻</a:t>
            </a:r>
            <a:endParaRPr lang="en-US" sz="2400" dirty="0"/>
          </a:p>
        </p:txBody>
      </p:sp>
      <p:sp>
        <p:nvSpPr>
          <p:cNvPr id="49" name="Text 47"/>
          <p:cNvSpPr/>
          <p:nvPr/>
        </p:nvSpPr>
        <p:spPr>
          <a:xfrm>
            <a:off x="365760" y="3840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psutil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365760" y="4160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PC Metrics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441448" y="2926080"/>
            <a:ext cx="1920240" cy="160020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3063240" y="3063240"/>
            <a:ext cx="685800" cy="685800"/>
          </a:xfrm>
          <a:prstGeom prst="ellipse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063240" y="30632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54" name="Text 52"/>
          <p:cNvSpPr/>
          <p:nvPr/>
        </p:nvSpPr>
        <p:spPr>
          <a:xfrm>
            <a:off x="2487168" y="3840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+ JS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2487168" y="4160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562856" y="2926080"/>
            <a:ext cx="1920240" cy="160020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5184648" y="3063240"/>
            <a:ext cx="685800" cy="685800"/>
          </a:xfrm>
          <a:prstGeom prst="ellipse">
            <a:avLst/>
          </a:prstGeom>
          <a:solidFill>
            <a:srgbClr val="00FF88">
              <a:alpha val="70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184648" y="30632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59" name="Text 57"/>
          <p:cNvSpPr/>
          <p:nvPr/>
        </p:nvSpPr>
        <p:spPr>
          <a:xfrm>
            <a:off x="4608576" y="3840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4608576" y="4160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Charts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684264" y="2926080"/>
            <a:ext cx="1920240" cy="160020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7306056" y="3063240"/>
            <a:ext cx="685800" cy="685800"/>
          </a:xfrm>
          <a:prstGeom prst="ellipse">
            <a:avLst/>
          </a:prstGeom>
          <a:solidFill>
            <a:srgbClr val="FFD700">
              <a:alpha val="70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306056" y="30632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📄</a:t>
            </a:r>
            <a:endParaRPr lang="en-US" sz="2400" dirty="0"/>
          </a:p>
        </p:txBody>
      </p:sp>
      <p:sp>
        <p:nvSpPr>
          <p:cNvPr id="64" name="Text 62"/>
          <p:cNvSpPr/>
          <p:nvPr/>
        </p:nvSpPr>
        <p:spPr>
          <a:xfrm>
            <a:off x="6729984" y="3840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6729984" y="4160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Generation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0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182880"/>
            <a:ext cx="1280160" cy="201168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1828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208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6576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Results &amp; Performance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320040" y="1005840"/>
            <a:ext cx="1920240" cy="146304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20040" y="1097280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4600" dirty="0"/>
          </a:p>
        </p:txBody>
      </p:sp>
      <p:sp>
        <p:nvSpPr>
          <p:cNvPr id="28" name="Text 26"/>
          <p:cNvSpPr/>
          <p:nvPr/>
        </p:nvSpPr>
        <p:spPr>
          <a:xfrm>
            <a:off x="320040" y="18745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441448" y="1005840"/>
            <a:ext cx="1920240" cy="146304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441448" y="1097280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3s</a:t>
            </a:r>
            <a:endParaRPr lang="en-US" sz="4600" dirty="0"/>
          </a:p>
        </p:txBody>
      </p:sp>
      <p:sp>
        <p:nvSpPr>
          <p:cNvPr id="31" name="Text 29"/>
          <p:cNvSpPr/>
          <p:nvPr/>
        </p:nvSpPr>
        <p:spPr>
          <a:xfrm>
            <a:off x="2441448" y="18745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62856" y="1005840"/>
            <a:ext cx="1920240" cy="146304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562856" y="1097280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600" dirty="0"/>
          </a:p>
        </p:txBody>
      </p:sp>
      <p:sp>
        <p:nvSpPr>
          <p:cNvPr id="34" name="Text 32"/>
          <p:cNvSpPr/>
          <p:nvPr/>
        </p:nvSpPr>
        <p:spPr>
          <a:xfrm>
            <a:off x="4562856" y="18745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684264" y="1005840"/>
            <a:ext cx="1920240" cy="146304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684264" y="1097280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</a:t>
            </a:r>
            <a:endParaRPr lang="en-US" sz="4600" dirty="0"/>
          </a:p>
        </p:txBody>
      </p:sp>
      <p:sp>
        <p:nvSpPr>
          <p:cNvPr id="37" name="Text 35"/>
          <p:cNvSpPr/>
          <p:nvPr/>
        </p:nvSpPr>
        <p:spPr>
          <a:xfrm>
            <a:off x="6684264" y="18745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65760" y="2606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 Results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971800"/>
          <a:ext cx="85039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188720"/>
                <a:gridCol w="4754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/ Logout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FF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3 roles login correctly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7 pages load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FF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blank or error pages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Simulate failure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FF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alerts fire in &lt; 5 seconds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auto-resolve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FF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Alerts close on metric recovery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download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FF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generates and downloads correctly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 export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FF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in Excel with all columns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dashboard updates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FF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refreshes every 3 seconds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0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182880"/>
            <a:ext cx="1280160" cy="201168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1828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208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6576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System Demonstration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320040" y="1005840"/>
            <a:ext cx="4114800" cy="1170432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1005840"/>
            <a:ext cx="502920" cy="1170432"/>
          </a:xfrm>
          <a:prstGeom prst="rect">
            <a:avLst/>
          </a:prstGeom>
          <a:solidFill>
            <a:srgbClr val="FF4757">
              <a:alpha val="70000"/>
            </a:srgbClr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1005840"/>
            <a:ext cx="502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4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4400" y="10972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Start Server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14400" y="146304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app.py → initializes DB, starts collector, loads 4 AI models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2331720"/>
            <a:ext cx="4114800" cy="1170432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2331720"/>
            <a:ext cx="502920" cy="1170432"/>
          </a:xfrm>
          <a:prstGeom prst="rect">
            <a:avLst/>
          </a:prstGeom>
          <a:solidFill>
            <a:srgbClr val="FF4757">
              <a:alpha val="70000"/>
            </a:srgbClr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2331720"/>
            <a:ext cx="502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4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14400" y="24231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Login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14400" y="27889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login → session-based auth → redirect to dashboard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" y="3657600"/>
            <a:ext cx="4114800" cy="1170432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" y="3657600"/>
            <a:ext cx="502920" cy="1170432"/>
          </a:xfrm>
          <a:prstGeom prst="rect">
            <a:avLst/>
          </a:prstGeom>
          <a:solidFill>
            <a:srgbClr val="FF4757">
              <a:alpha val="70000"/>
            </a:srgbClr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3657600"/>
            <a:ext cx="502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4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14400" y="37490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Overview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14400" y="41148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live server cards · health score · auto-refreshing every 3 seconds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54880" y="1005840"/>
            <a:ext cx="4114800" cy="1170432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54880" y="1005840"/>
            <a:ext cx="502920" cy="1170432"/>
          </a:xfrm>
          <a:prstGeom prst="rect">
            <a:avLst/>
          </a:prstGeom>
          <a:solidFill>
            <a:srgbClr val="FF4757">
              <a:alpha val="70000"/>
            </a:srgbClr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1005840"/>
            <a:ext cx="502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4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349240" y="10972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Digital Twin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349240" y="146304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network map · click nodes · see live metrics · 60fps canvas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54880" y="2331720"/>
            <a:ext cx="4114800" cy="1170432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754880" y="2331720"/>
            <a:ext cx="502920" cy="1170432"/>
          </a:xfrm>
          <a:prstGeom prst="rect">
            <a:avLst/>
          </a:prstGeom>
          <a:solidFill>
            <a:srgbClr val="FF4757">
              <a:alpha val="70000"/>
            </a:srgbClr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0" y="2331720"/>
            <a:ext cx="502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4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349240" y="24231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💥  Simulate Failure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5349240" y="27889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CPU 97.5% + RAM 95% + Error 18.5% → watch CRITICAL alerts fire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754880" y="3657600"/>
            <a:ext cx="4114800" cy="1170432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754880" y="3657600"/>
            <a:ext cx="502920" cy="1170432"/>
          </a:xfrm>
          <a:prstGeom prst="rect">
            <a:avLst/>
          </a:prstGeom>
          <a:solidFill>
            <a:srgbClr val="FF4757">
              <a:alpha val="70000"/>
            </a:srgbClr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54880" y="3657600"/>
            <a:ext cx="502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4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5349240" y="37490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PDF Report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5349240" y="41148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professional PDF with executive summary and AI predictions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0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182880"/>
            <a:ext cx="1280160" cy="2011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1828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208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CONCLUSION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6576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320040" y="1005840"/>
            <a:ext cx="5029200" cy="356616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" y="10972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Achievements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" y="15087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Real-time monitoring of 9 servers with 8 metrics each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" y="18745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4 AI models combined into weighted prediction engine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" y="22402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Animated Digital Twin with 60fps Canvas rendering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" y="26060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7-page professional live dashboard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" y="29718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4-severity alert system with auto-resolve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" y="33375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PDF/CSV automated report generation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37033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Role-based access: Admin / Engineer / Viewer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2920" y="40690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10/10 functional test cases passed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532120" y="1005840"/>
            <a:ext cx="3291840" cy="356616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669280" y="10972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669280" y="1508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Email/SMS alert notifications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669280" y="19385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Remote SSH/SNMP monitoring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669280" y="236829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Historical trend analysis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669280" y="279806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Kubernetes deployment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669280" y="32278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Mobile-responsive design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669280" y="3657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NLP alert summaries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669280" y="40873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Jira ticket integration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20040" y="4645152"/>
            <a:ext cx="850392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320040" y="4645152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"InfraGuard AI predicts failures before they occur — shifting infrastructure management from reactive to proactive."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0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635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0" y="457200"/>
            <a:ext cx="3657600" cy="3657600"/>
          </a:xfrm>
          <a:prstGeom prst="ellipse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0" y="7315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🛡</a:t>
            </a:r>
            <a:endParaRPr lang="en-US" sz="6400" dirty="0"/>
          </a:p>
        </p:txBody>
      </p:sp>
      <p:sp>
        <p:nvSpPr>
          <p:cNvPr id="25" name="Text 23"/>
          <p:cNvSpPr/>
          <p:nvPr/>
        </p:nvSpPr>
        <p:spPr>
          <a:xfrm>
            <a:off x="457200" y="21945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spc="400" kern="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26" name="Text 24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2286000" y="3493008"/>
            <a:ext cx="4572000" cy="0"/>
          </a:xfrm>
          <a:prstGeom prst="line">
            <a:avLst/>
          </a:prstGeom>
          <a:noFill/>
          <a:ln w="12700">
            <a:solidFill>
              <a:srgbClr val="1A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611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FABINAS NAZAR</a:t>
            </a:r>
            <a:pPr algn="ctr" indent="0" marL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MCA Final Year  ·  AI/ML Specialization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39319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 UNIVERSITY KOCHI  ·  March 2026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" y="434340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685800" y="47548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TIERS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240280" y="434340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2240280" y="47548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MODELS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794760" y="434340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3794760" y="47548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349240" y="434340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5349240" y="47548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903720" y="434340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6903720" y="47548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InfraGuard AI</dc:title>
  <dc:subject>PptxGenJS Presentation</dc:subject>
  <dc:creator>FABINAS NAZAR</dc:creator>
  <cp:lastModifiedBy>FABINAS NAZAR</cp:lastModifiedBy>
  <cp:revision>1</cp:revision>
  <dcterms:created xsi:type="dcterms:W3CDTF">2026-03-16T18:13:07Z</dcterms:created>
  <dcterms:modified xsi:type="dcterms:W3CDTF">2026-03-16T18:13:07Z</dcterms:modified>
</cp:coreProperties>
</file>